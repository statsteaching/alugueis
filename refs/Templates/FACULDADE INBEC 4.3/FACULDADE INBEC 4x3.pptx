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87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1690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3266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4977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207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3839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0107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712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93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8628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7790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CAC58-5692-4574-9BBC-9FD143E7BBB3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1270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29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8802" y="1613954"/>
            <a:ext cx="8061650" cy="789845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8802" y="2515768"/>
            <a:ext cx="8061650" cy="2974205"/>
          </a:xfr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10503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0</Words>
  <Application>Microsoft Office PowerPoint</Application>
  <PresentationFormat>Apresentação na tela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Walber</dc:creator>
  <cp:lastModifiedBy>Walber</cp:lastModifiedBy>
  <cp:revision>7</cp:revision>
  <dcterms:created xsi:type="dcterms:W3CDTF">2022-02-21T19:43:56Z</dcterms:created>
  <dcterms:modified xsi:type="dcterms:W3CDTF">2025-06-16T18:47:05Z</dcterms:modified>
</cp:coreProperties>
</file>