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29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64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05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24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79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012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84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18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16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04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28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CAC58-5692-4574-9BBC-9FD143E7BBB3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4FBC5-EA9C-4507-9077-DF6377096C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25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29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B793866-2CE5-4C7F-A263-2D2C6A1A3385}"/>
              </a:ext>
            </a:extLst>
          </p:cNvPr>
          <p:cNvSpPr txBox="1"/>
          <p:nvPr/>
        </p:nvSpPr>
        <p:spPr>
          <a:xfrm>
            <a:off x="6811617" y="2239618"/>
            <a:ext cx="5128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171846"/>
                </a:solidFill>
                <a:latin typeface="Nexa Bold" panose="02000000000000000000"/>
              </a:rPr>
              <a:t>Título - Letra </a:t>
            </a:r>
            <a:r>
              <a:rPr lang="pt-BR" sz="2800" dirty="0" err="1" smtClean="0">
                <a:solidFill>
                  <a:srgbClr val="171846"/>
                </a:solidFill>
                <a:latin typeface="Nexa Bold" panose="02000000000000000000"/>
              </a:rPr>
              <a:t>Nexbold</a:t>
            </a:r>
            <a:r>
              <a:rPr lang="pt-BR" sz="2800" dirty="0" smtClean="0">
                <a:solidFill>
                  <a:srgbClr val="171846"/>
                </a:solidFill>
                <a:latin typeface="Nexa Bold" panose="02000000000000000000"/>
              </a:rPr>
              <a:t> – Tamanho letra 28</a:t>
            </a:r>
            <a:endParaRPr lang="pt-BR" sz="2800" dirty="0">
              <a:solidFill>
                <a:srgbClr val="171846"/>
              </a:solidFill>
              <a:latin typeface="Nexa Bold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60105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10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20398"/>
            <a:ext cx="10515601" cy="802792"/>
          </a:xfrm>
        </p:spPr>
        <p:txBody>
          <a:bodyPr>
            <a:normAutofit fontScale="90000"/>
          </a:bodyPr>
          <a:lstStyle/>
          <a:p>
            <a:r>
              <a:rPr lang="pt-BR" sz="2800" dirty="0">
                <a:solidFill>
                  <a:srgbClr val="171846"/>
                </a:solidFill>
                <a:latin typeface="Nexa Bold" panose="02000000000000000000"/>
              </a:rPr>
              <a:t>Título - </a:t>
            </a:r>
            <a:r>
              <a:rPr lang="pt-BR" sz="2800" dirty="0" smtClean="0">
                <a:solidFill>
                  <a:srgbClr val="171846"/>
                </a:solidFill>
                <a:latin typeface="Nexa Bold" panose="02000000000000000000"/>
              </a:rPr>
              <a:t>letra </a:t>
            </a:r>
            <a:r>
              <a:rPr lang="pt-BR" sz="2800" dirty="0" err="1">
                <a:solidFill>
                  <a:srgbClr val="171846"/>
                </a:solidFill>
                <a:latin typeface="Nexa Bold" panose="02000000000000000000"/>
              </a:rPr>
              <a:t>Nexbold</a:t>
            </a:r>
            <a:r>
              <a:rPr lang="pt-BR" sz="2800" dirty="0">
                <a:solidFill>
                  <a:srgbClr val="171846"/>
                </a:solidFill>
                <a:latin typeface="Nexa Bold" panose="02000000000000000000"/>
              </a:rPr>
              <a:t> – Tamanho letra 28</a:t>
            </a:r>
            <a:br>
              <a:rPr lang="pt-BR" sz="2800" dirty="0">
                <a:solidFill>
                  <a:srgbClr val="171846"/>
                </a:solidFill>
                <a:latin typeface="Nexa Bold" panose="02000000000000000000"/>
              </a:rPr>
            </a:b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22319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000" dirty="0" smtClean="0">
              <a:latin typeface="Nexa Bold" panose="02000000000000000000"/>
            </a:endParaRPr>
          </a:p>
          <a:p>
            <a:pPr marL="0" indent="0">
              <a:buNone/>
            </a:pPr>
            <a:endParaRPr lang="pt-BR" sz="2000" dirty="0">
              <a:latin typeface="Nexa Bold" panose="02000000000000000000"/>
            </a:endParaRPr>
          </a:p>
          <a:p>
            <a:pPr marL="0" indent="0">
              <a:buNone/>
            </a:pPr>
            <a:r>
              <a:rPr lang="pt-BR" sz="2000" dirty="0" smtClean="0">
                <a:latin typeface="Nexa Bold" panose="02000000000000000000"/>
              </a:rPr>
              <a:t>Corpo  do  texto   -  letra NEXBOLD  -  Tamanho 20</a:t>
            </a:r>
            <a:endParaRPr lang="pt-BR" sz="2000" dirty="0">
              <a:latin typeface="Nexa Bold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491461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Nexa Bold</vt:lpstr>
      <vt:lpstr>Tema do Office</vt:lpstr>
      <vt:lpstr>Apresentação do PowerPoint</vt:lpstr>
      <vt:lpstr>Apresentação do PowerPoint</vt:lpstr>
      <vt:lpstr>Apresentação do PowerPoint</vt:lpstr>
      <vt:lpstr>Título - letra Nexbold – Tamanho letra 28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Walber</dc:creator>
  <cp:lastModifiedBy>Raphaela sobral</cp:lastModifiedBy>
  <cp:revision>27</cp:revision>
  <dcterms:created xsi:type="dcterms:W3CDTF">2022-02-21T19:43:56Z</dcterms:created>
  <dcterms:modified xsi:type="dcterms:W3CDTF">2025-06-13T12:56:26Z</dcterms:modified>
</cp:coreProperties>
</file>